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F5810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828800"/>
            <a:ext cx="5486400" cy="5486400"/>
          </a:xfrm>
          <a:prstGeom prst="ellipse">
            <a:avLst/>
          </a:prstGeom>
          <a:solidFill>
            <a:srgbClr val="D4A85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 ·  SEED INVESTOR OVERVIEW  · 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48640" cy="36576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KYC-verified commerce layer for every inbound traveler.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4BA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seconds from passport to full participation in any country's digital economy. Starting with the hardest market.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Round  ·  $2M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with strategic seed investors in deep tech and data infrastructure.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415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bwang@autobebesys.com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THE PATTERN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decade, one company makes cross-border connection trivial.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is building that company for the 1.5B annual cross-border travelers — currently locked out of the local digital economy they visit.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2316" y="2514600"/>
            <a:ext cx="3749040" cy="3840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" y="2514600"/>
            <a:ext cx="54864" cy="3840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16636" y="3931920"/>
            <a:ext cx="457200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6636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room hardware, $5k/seat, IT-managed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One click. Anyone joins.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19956" y="2514600"/>
            <a:ext cx="3749040" cy="3840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5" name="Shape 13"/>
          <p:cNvSpPr/>
          <p:nvPr/>
        </p:nvSpPr>
        <p:spPr>
          <a:xfrm>
            <a:off x="4219956" y="2514600"/>
            <a:ext cx="54864" cy="3840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6" name="Text 14"/>
          <p:cNvSpPr/>
          <p:nvPr/>
        </p:nvSpPr>
        <p:spPr>
          <a:xfrm>
            <a:off x="4494276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4276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494276" y="3931920"/>
            <a:ext cx="457200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19" name="Text 17"/>
          <p:cNvSpPr/>
          <p:nvPr/>
        </p:nvSpPr>
        <p:spPr>
          <a:xfrm>
            <a:off x="449427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4276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account, 90-day approval, legal 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94276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94276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lines of code. Accept payments globally.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97596" y="2514600"/>
            <a:ext cx="3749040" cy="3840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7596" y="2514600"/>
            <a:ext cx="54864" cy="384048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5" name="Text 23"/>
          <p:cNvSpPr/>
          <p:nvPr/>
        </p:nvSpPr>
        <p:spPr>
          <a:xfrm>
            <a:off x="8471916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71916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8471916" y="3931920"/>
            <a:ext cx="457200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7191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71916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SIM, VPN, cash, broken wallet setup, 40-minute activation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71916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71916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passport. Walk out with a fully-configured device. 60 seconds.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foreigners entered China in 2025. Most can't pay for coffee.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wall exists in Japan, Thailand, India, Saudi Arabia. China is just the hardest version — the market where software-only solutions have failed most completely. Solve it here, and the template ports.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foreigners hit a wall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90672"/>
            <a:ext cx="137160" cy="13716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number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 doesn't support foreign passports. Every Chinese app requires a local number to register.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050792"/>
            <a:ext cx="137160" cy="13716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31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apps can't onboard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Pay binding fails 60%+ of the time for foreign cards. Alipay Tour Pass caps at $5K/year.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010912"/>
            <a:ext cx="137160" cy="13716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920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is siloed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WhatsApp blocked. VPN is illegal for commercial providers to offer.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971032"/>
            <a:ext cx="137160" cy="13716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8521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KYC bridge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217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foreigner's identity in the US cannot be verified by a Chinese service provider in real-time.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2468880"/>
            <a:ext cx="4297680" cy="3931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468880"/>
            <a:ext cx="73152" cy="39319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BLOCKED 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$130B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777240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foreign visitors in China, 2025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4663440"/>
            <a:ext cx="457200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846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772400" y="5486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mobile payment  —  8.5% capture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5897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$119B moves through cash, broken card swipes, and skipped purchases.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WHY NOT A SOFTWARE-ONLY PLAY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pure-software attempt has failed the last mile.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lack of trying. The gaps are structural — identity, SIM issuance, and payment are regulated layers a pure-software product can't traverse.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468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468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can't solve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5548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47120" cy="475488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260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eSIM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9260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register for any Chinese app; no local number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55480" y="29260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11247120" cy="475488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015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Alipay Tour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34015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QR 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4015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$5K/year cap; no WeChat Pay; no local services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55480" y="34015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KYC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1247120" cy="475488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877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apps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38770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Home-country internet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8770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for commercial providers; constantly blocked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55480" y="3877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52544"/>
            <a:ext cx="11247120" cy="475488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525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71800" y="43525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friction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3525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solve identity, payment, or access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55480" y="43525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28032"/>
            <a:ext cx="11247120" cy="475488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828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egg / pocket router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4828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data sharing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4828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solve any account or payment problem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55480" y="48280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layer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11247120" cy="475488"/>
          </a:xfrm>
          <a:prstGeom prst="rect">
            <a:avLst/>
          </a:prstGeom>
          <a:solidFill>
            <a:srgbClr val="F5810A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5303520"/>
            <a:ext cx="54864" cy="475488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303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(hardware-anchored)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71800" y="53035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 + KYC bridge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53035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55480" y="53035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hardware is the key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</a:t>
            </a:r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solution above stops at a regulated choke-point (SIM, KYC, payment rails, network access). A </a:t>
            </a:r>
            <a:pPr indent="0" marL="0">
              <a:buNone/>
            </a:pPr>
            <a:r>
              <a:rPr lang="en-US" sz="1200" b="1" dirty="0">
                <a:solidFill>
                  <a:srgbClr val="FF9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physical device</a:t>
            </a:r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smallest possible physical artifact that clears all four choke-points simultaneously. Hardware is the wedge — not the product.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from passport to full digital participation.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baggage claim: scan, tap, go. Every local account pre-authenticated. Wallet pre-funded. Data, maps, translation, international internet — all working before the traveler leaves the airport.</a:t>
            </a:r>
            <a:endParaRPr lang="en-US" sz="1500" dirty="0"/>
          </a:p>
        </p:txBody>
      </p:sp>
      <p:pic>
        <p:nvPicPr>
          <p:cNvPr id="5" name="Image 0" descr="/home/claude/deck/img_cou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22860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263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at airport kiosk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4340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KYC bridge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434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OCR + liveness check + visa verification, cleared against carrier &amp; payment AML requirements in a single flow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3434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Pre-funded payment layer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43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Pay &amp; Alipay wallets loaded at kiosk via traveler's existing foreign card — 100% payment success from step one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3434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super-apps, pre-authenticated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43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DiDi, Meituan, Amap, Trip all registered to the traveler's passport identity. No 'verification code to China mobile number' dead-ends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343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international connectivity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4340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Dual-SIM with offshore roaming carrier for international services — no VPN, compliant with PRC telecom law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34340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wipe on return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4340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GDPR/PIPL-grade remote factory reset on device return, logged and auditable. Privacy is a product feature, not an afterthought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PRODUCT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traveler actually sees.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 available on request. Representative screens below trace a 7-day trip.</a:t>
            </a:r>
            <a:endParaRPr lang="en-US" sz="1500" dirty="0"/>
          </a:p>
        </p:txBody>
      </p:sp>
      <p:pic>
        <p:nvPicPr>
          <p:cNvPr id="5" name="Image 0" descr="/home/claude/deck/img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194560"/>
            <a:ext cx="210312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T+60 sec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25296" y="6309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screen. 12 local apps pre-signed-in. Wallet ¥1,360 funded.</a:t>
            </a:r>
            <a:endParaRPr lang="en-US" sz="1000" dirty="0"/>
          </a:p>
        </p:txBody>
      </p:sp>
      <p:pic>
        <p:nvPicPr>
          <p:cNvPr id="8" name="Image 1" descr="/home/claude/deck/img_did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194560"/>
            <a:ext cx="2103120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48456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 min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48456" y="6309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DiDi ride. English UI. WeChat Pay auto-debit.</a:t>
            </a:r>
            <a:endParaRPr lang="en-US" sz="1000" dirty="0"/>
          </a:p>
        </p:txBody>
      </p:sp>
      <p:pic>
        <p:nvPicPr>
          <p:cNvPr id="11" name="Image 2" descr="/home/claude/deck/img_we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4560"/>
            <a:ext cx="2103120" cy="3657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71616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 hr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71616" y="6309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with hotel concierge. Real-time EN ↔ CN translation.</a:t>
            </a:r>
            <a:endParaRPr lang="en-US" sz="1000" dirty="0"/>
          </a:p>
        </p:txBody>
      </p:sp>
      <p:pic>
        <p:nvPicPr>
          <p:cNvPr id="14" name="Image 3" descr="/home/claude/deck/img_cou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194560"/>
            <a:ext cx="2103120" cy="3657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94776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T+7 days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494776" y="6309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return. Wallet balance refunded. Device remotely wiped.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INSIGHT &amp;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rental is the wedge. The data is the company.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generates a stream of KYC-verified, consent-based, cross-border commerce data — a dataset that neither Alibaba nor Tencent can assemble from their existing products.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proprietary data asset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94360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Nationality, age, travel purpose, visa 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594360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794760"/>
            <a:ext cx="73152" cy="77724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206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transactions across 10+ Chinese rails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594360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663440"/>
            <a:ext cx="73152" cy="77724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074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flow, dwell time, return frequency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594360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5532120"/>
            <a:ext cx="73152" cy="77724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623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943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usage, merchant selection, language switches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377440"/>
            <a:ext cx="4937760" cy="4023360"/>
          </a:xfrm>
          <a:prstGeom prst="rect">
            <a:avLst/>
          </a:prstGeom>
          <a:solidFill>
            <a:srgbClr val="F5810A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377440"/>
            <a:ext cx="73152" cy="402336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DATA IS UNIQUE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063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foreigner's China trip is the only consumer event on earth that generates identity, payment, and cross-cultural preference data in a single session.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4343400"/>
            <a:ext cx="457200" cy="27432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45720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spend, no identity.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spend, no cross-country signal.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Booking/Trip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travel intent, no real spend.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9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three, by construction.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TECHNICAL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'hardware-anchored' actually means in engineering.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looks like a rental. The engineering is a KYC-bridging orchestration platform. Five proprietary systems, none of which off-the-shelf vendors solve together.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5196" y="2331720"/>
            <a:ext cx="5577840" cy="1554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" y="2331720"/>
            <a:ext cx="54864" cy="1554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39596" y="2514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Passport-to-Account Orchestrator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9596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60-second flow chains 8+ external services (carrier, WeChat, Alipay, DiDi, Meituan, Trip, etc.) with retry/fallback logic. Proprietary.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5916" y="2331720"/>
            <a:ext cx="5577840" cy="1554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1" name="Shape 9"/>
          <p:cNvSpPr/>
          <p:nvPr/>
        </p:nvSpPr>
        <p:spPr>
          <a:xfrm>
            <a:off x="6185916" y="2331720"/>
            <a:ext cx="54864" cy="1554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14516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100316" y="2514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KYC Verifier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00316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OCR + NFC read + liveness + visa check, against both payment AML rules and PRC telecom real-name rules, in one pass.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" y="4069080"/>
            <a:ext cx="5577840" cy="1554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" y="4069080"/>
            <a:ext cx="54864" cy="1554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39596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Routing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39596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card → licensed FX provider → RMB wallet top-up. Handles Visa/MC/Mir/UnionPay/cash with graceful degradation. Per-transaction routing.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5916" y="4069080"/>
            <a:ext cx="5577840" cy="1554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5916" y="4069080"/>
            <a:ext cx="54864" cy="155448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14516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100316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Posture &amp; Remote Wipe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00316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layer with geofence, jailbreak detection, 10-min heartbeats, cryptographically verifiable wipe-on-return with audit log.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05556" y="5806440"/>
            <a:ext cx="5577840" cy="1554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6" name="Shape 24"/>
          <p:cNvSpPr/>
          <p:nvPr/>
        </p:nvSpPr>
        <p:spPr>
          <a:xfrm>
            <a:off x="3305556" y="5806440"/>
            <a:ext cx="54864" cy="155448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7" name="Text 25"/>
          <p:cNvSpPr/>
          <p:nvPr/>
        </p:nvSpPr>
        <p:spPr>
          <a:xfrm>
            <a:off x="3534156" y="5989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219956" y="5989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 → Data Warehouse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19956" y="6400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traveler activity (with consent) flows to a structured warehouse. Feeds Slide 06 moat from day one.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MARKET ·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first. Then every inbound-tourism market on earth.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is our beachhead because it's the hardest version of the problem. The infrastructure we build in China compounds across 15+ high-volume inbound markets.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5196" y="2331720"/>
            <a:ext cx="2697480" cy="1645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" y="2331720"/>
            <a:ext cx="269748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" y="25146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62356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inbound,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beachhead market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05556" y="2331720"/>
            <a:ext cx="2697480" cy="1645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1" name="Shape 9"/>
          <p:cNvSpPr/>
          <p:nvPr/>
        </p:nvSpPr>
        <p:spPr>
          <a:xfrm>
            <a:off x="3305556" y="2331720"/>
            <a:ext cx="269748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2" name="Text 10"/>
          <p:cNvSpPr/>
          <p:nvPr/>
        </p:nvSpPr>
        <p:spPr>
          <a:xfrm>
            <a:off x="3442716" y="25146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42716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inbound trips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2716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UNWTO 2024 · cross-border arrivals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5916" y="2331720"/>
            <a:ext cx="2697480" cy="1645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5916" y="2331720"/>
            <a:ext cx="269748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76" y="25146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$1.9T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23076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travel spending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3076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expanded TAM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66276" y="2331720"/>
            <a:ext cx="2697480" cy="1645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6276" y="2331720"/>
            <a:ext cx="269748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22" name="Text 20"/>
          <p:cNvSpPr/>
          <p:nvPr/>
        </p:nvSpPr>
        <p:spPr>
          <a:xfrm>
            <a:off x="9203436" y="25146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03436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captured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3436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opportunity, globally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buildable in 2026 — and replicable after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2316" y="4754880"/>
            <a:ext cx="3749040" cy="182880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BEACHHEAD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regulatory opening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" y="5623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PBOC raised foreigner wallet caps 5x in 2024. 79 visa-free countries (up from 15). PIPL cert path live Jan 2026 — a compliance wall for anyone coming later, a moat for the first compliant player.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19956" y="4754880"/>
            <a:ext cx="3749040" cy="182880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427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4276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every market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94276" y="5623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Japan, Thailand, India, Saudi Arabia, Indonesia all run their own closed-loop domestic payment/identity stacks. The same KYC-bridge + hardware-anchor architecture ports with localization, not rebuild.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7596" y="4754880"/>
            <a:ext cx="3749040" cy="182880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5" name="Text 33"/>
          <p:cNvSpPr/>
          <p:nvPr/>
        </p:nvSpPr>
        <p:spPr>
          <a:xfrm>
            <a:off x="8471916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71916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travel back to +5% YoY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71916" y="5623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UNWTO 2024: international arrivals fully recovered to pre-pandemic levels. 1.5B annual trips growing. No incumbent has solved the payment/identity handshake at the border — the window is still open.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get us to cash flow. Commerce gets us to venture scale.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validate unit economics on rentals. Year 3: take a cut of every dollar a foreigner spends through the Inbound rail.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horizons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7132320" cy="9601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880360"/>
            <a:ext cx="54864" cy="9601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· Year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19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rental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$20/day × 7 days × 70% util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7132320" cy="9601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31920"/>
            <a:ext cx="54864" cy="96012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· Year 2–3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take rate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14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 on ~$2,000 spend per traveler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7132320" cy="9601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983480"/>
            <a:ext cx="54864" cy="96012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 · Year 3+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422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 to OTAs, duty-free, luxury retail, telcos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955280" y="2377440"/>
            <a:ext cx="3840480" cy="40233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2377440"/>
            <a:ext cx="73152" cy="4023360"/>
          </a:xfrm>
          <a:prstGeom prst="rect">
            <a:avLst/>
          </a:prstGeom>
          <a:solidFill>
            <a:srgbClr val="F5810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8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MATH PER TRAVELER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revenue (7 days)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07040" y="3063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+ SIM + ops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34472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-$50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3803904"/>
            <a:ext cx="3474720" cy="365760"/>
          </a:xfrm>
          <a:prstGeom prst="rect">
            <a:avLst/>
          </a:prstGeom>
          <a:solidFill>
            <a:srgbClr val="F5810A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8313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gross profit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07040" y="38313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215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07040" y="4215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4599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Est. GMV through Inbound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07040" y="4599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$2,000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Take-rate @ 3%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07040" y="4983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0" y="5367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607040" y="5367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B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5724144"/>
            <a:ext cx="3474720" cy="438912"/>
          </a:xfrm>
          <a:prstGeom prst="rect">
            <a:avLst/>
          </a:prstGeom>
          <a:solidFill>
            <a:srgbClr val="F5810A">
              <a:alpha val="1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5751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per-trip gross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607040" y="57515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B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MOAT &amp;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moats that compound. 12-month path to Series 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licensing, airport placement, and proprietary data — all accumulated advantages that strengthen over time rather than erode.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2316" y="2331720"/>
            <a:ext cx="3749040" cy="17373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" y="2331720"/>
            <a:ext cx="374904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6636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real-name partnership, licensed FX processor, PIPL data processor certification. 12–18 months to replicate — minimum.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19956" y="2331720"/>
            <a:ext cx="3749040" cy="17373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4219956" y="2331720"/>
            <a:ext cx="374904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1" name="Text 9"/>
          <p:cNvSpPr/>
          <p:nvPr/>
        </p:nvSpPr>
        <p:spPr>
          <a:xfrm>
            <a:off x="4494276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placement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94276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airport kiosk deals at flagship gateways. Real estate, not just software — not subject to download / update cycle.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7596" y="2331720"/>
            <a:ext cx="3749040" cy="17373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7596" y="2331720"/>
            <a:ext cx="3749040" cy="4572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15" name="Text 13"/>
          <p:cNvSpPr/>
          <p:nvPr/>
        </p:nvSpPr>
        <p:spPr>
          <a:xfrm>
            <a:off x="8471916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compounding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71916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traveler strengthens the recommendation and fraud models. Data licensing revenue starts in Year 2, accelerates forever.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 with this seed round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674620" cy="1554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120640"/>
            <a:ext cx="411480" cy="41148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1206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Q1–Q2 '26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pilot — 1 gateway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devices · 1,000 travelers · unit econ validated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8980" y="4892040"/>
            <a:ext cx="2674620" cy="1554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25" name="Shape 23"/>
          <p:cNvSpPr/>
          <p:nvPr/>
        </p:nvSpPr>
        <p:spPr>
          <a:xfrm>
            <a:off x="3497580" y="5120640"/>
            <a:ext cx="411480" cy="41148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26" name="Text 24"/>
          <p:cNvSpPr/>
          <p:nvPr/>
        </p:nvSpPr>
        <p:spPr>
          <a:xfrm>
            <a:off x="349758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0500" y="51206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'26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7580" y="562356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KYC infra live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97580" y="598932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routing in production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4892040"/>
            <a:ext cx="2674620" cy="1554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5120640"/>
            <a:ext cx="411480" cy="41148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51206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'26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562356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airport · Series A prep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598932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travelers · data warehouse emitting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92540" y="4892040"/>
            <a:ext cx="2674620" cy="1554480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37" name="Shape 35"/>
          <p:cNvSpPr/>
          <p:nvPr/>
        </p:nvSpPr>
        <p:spPr>
          <a:xfrm>
            <a:off x="9121140" y="5120640"/>
            <a:ext cx="411480" cy="411480"/>
          </a:xfrm>
          <a:prstGeom prst="ellipse">
            <a:avLst/>
          </a:prstGeom>
          <a:solidFill>
            <a:srgbClr val="F5810A"/>
          </a:solidFill>
          <a:ln/>
        </p:spPr>
      </p:sp>
      <p:sp>
        <p:nvSpPr>
          <p:cNvPr id="38" name="Text 36"/>
          <p:cNvSpPr/>
          <p:nvPr/>
        </p:nvSpPr>
        <p:spPr>
          <a:xfrm>
            <a:off x="912114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24060" y="51206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'27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21140" y="562356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→ 2nd market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21140" y="598932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or Japan · replay the China playbook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F5810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D4A85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$2M seed to build the rails.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Co-lead-friendly. Open to seed funds with conviction in infrastructure-layer bets.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build-out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KYC, payment routing, MDM, data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730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fleet &amp; kiosk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40050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devices + 2 airport kiosks + field ops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439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47183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partnership, FX license, PIPL processor cert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157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1572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54315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co-founder, compliance lead, airport BD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560320"/>
            <a:ext cx="5120640" cy="35661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2560320"/>
            <a:ext cx="73152" cy="3566160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founding team,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expanding.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4251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an experienced technical founder with prior company-building experience. Deep engineering background, bilingual operating capacity across North America and Asia. Key compliance, airport-BD, and growth roles actively being filled with this round.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5577840"/>
            <a:ext cx="457200" cy="27432"/>
          </a:xfrm>
          <a:prstGeom prst="rect">
            <a:avLst/>
          </a:prstGeom>
          <a:solidFill>
            <a:srgbClr val="D4A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linkedin.com/in/bujinwang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bwang@autobebesys.com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demo, full data room, and traction updates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Inbound - Seed Deck</dc:title>
  <dc:subject>PptxGenJS Presentation</dc:subject>
  <dc:creator>Inbound</dc:creator>
  <cp:lastModifiedBy>Inbound</cp:lastModifiedBy>
  <cp:revision>1</cp:revision>
  <dcterms:created xsi:type="dcterms:W3CDTF">2026-04-17T14:35:00Z</dcterms:created>
  <dcterms:modified xsi:type="dcterms:W3CDTF">2026-04-17T14:35:00Z</dcterms:modified>
</cp:coreProperties>
</file>